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Illumination Chip — Engineering Pack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Quick Look • Replication Checklist • Safety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Page‑1 Schematic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 cross‑section + rectifier chain:</a:t>
            </a:r>
          </a:p>
          <a:p/>
          <a:p>
            <a:r>
              <a:t>• Quartz substrate (high‑Q anchor)</a:t>
            </a:r>
          </a:p>
          <a:p>
            <a:r>
              <a:t>• Conductor plane / collector</a:t>
            </a:r>
          </a:p>
          <a:p>
            <a:r>
              <a:t>• Trace Layer (nano‑cavities)</a:t>
            </a:r>
          </a:p>
          <a:p>
            <a:r>
              <a:t>• Piezo film (drive layer)</a:t>
            </a:r>
          </a:p>
          <a:p>
            <a:r>
              <a:t>• I/O manifold (HV in, DC out)</a:t>
            </a:r>
          </a:p>
          <a:p>
            <a:r>
              <a:t>• Rectifier chain → DC bus 350–400 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Look Protocol (60–90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Resonance scan (VNA, capture f_res, Q)</a:t>
            </a:r>
          </a:p>
          <a:p>
            <a:pPr/>
            <a:r>
              <a:t>Drive at f_res; log motional current/vibrometry</a:t>
            </a:r>
          </a:p>
          <a:p>
            <a:pPr/>
            <a:r>
              <a:t>Spectrum analyzer: f_res/2 band; off/on, detune ±1%</a:t>
            </a:r>
          </a:p>
          <a:p>
            <a:pPr/>
            <a:r>
              <a:t>Rectifier sanity: DC rise, RF leakage &lt; −60 dBm</a:t>
            </a:r>
          </a:p>
          <a:p>
            <a:pPr/>
            <a:r>
              <a:t>Mini energy balance: P_in absorbed vs P_out DC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Instrumentation calibrated (RF, DC, thermal)</a:t>
            </a:r>
          </a:p>
          <a:p>
            <a:pPr/>
            <a:r>
              <a:t>Faraday enclosure verified (no leakage)</a:t>
            </a:r>
          </a:p>
          <a:p>
            <a:pPr/>
            <a:r>
              <a:t>Controls: sham, off‑res, amplitude scaling, fluid out</a:t>
            </a:r>
          </a:p>
          <a:p>
            <a:pPr/>
            <a:r>
              <a:t>Energy log: P_in absorbed vs P_out DC</a:t>
            </a:r>
          </a:p>
          <a:p>
            <a:pPr/>
            <a:r>
              <a:t>Optional calorimetry cross‑check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Working voltage: 350–400 V DC bus (hazardous)</a:t>
            </a:r>
          </a:p>
          <a:p>
            <a:pPr/>
            <a:r>
              <a:t>Clearance ≥3 mm; creepage ≥6–8 mm</a:t>
            </a:r>
          </a:p>
          <a:p>
            <a:pPr/>
            <a:r>
              <a:t>Single‑point ground; RF/DC isolation</a:t>
            </a:r>
          </a:p>
          <a:p>
            <a:pPr/>
            <a:r>
              <a:t>Enclosure interlock; filtered feedthroughs</a:t>
            </a:r>
          </a:p>
          <a:p>
            <a:pPr/>
            <a:r>
              <a:t>IEC 62368‑1 / 60664‑1 / 61010‑1 guidance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Table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f_drive (GHz)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P_fwd 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P_refl 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P_in 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V_dc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R_load (kΩ)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P_out (µW)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On‑res, fluid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