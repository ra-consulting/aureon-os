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fe8b30836349d6" /><Relationship Type="http://schemas.openxmlformats.org/officeDocument/2006/relationships/extended-properties" Target="/docProps/app.xml" Id="R8095e056470445a7" /><Relationship Type="http://schemas.openxmlformats.org/officeDocument/2006/relationships/officeDocument" Target="/ppt/presentation.xml" Id="Rb41ed92823144d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a93b930bc94858"/>
  </p:sldMasterIdLst>
  <p:notesMasterIdLst>
    <p:notesMasterId xmlns:r="http://schemas.openxmlformats.org/officeDocument/2006/relationships" r:id="R4c6636549b7d49f1"/>
  </p:notesMasterIdLst>
  <p:sldIdLst>
    <p:sldId xmlns:r="http://schemas.openxmlformats.org/officeDocument/2006/relationships" id="256" r:id="R4dd2831f0f494628"/>
    <p:sldId xmlns:r="http://schemas.openxmlformats.org/officeDocument/2006/relationships" id="257" r:id="Rc190694d8e9f4ff6"/>
    <p:sldId xmlns:r="http://schemas.openxmlformats.org/officeDocument/2006/relationships" id="258" r:id="Raf8a27d36c204b7e"/>
    <p:sldId xmlns:r="http://schemas.openxmlformats.org/officeDocument/2006/relationships" id="259" r:id="R1ac31a7ec0a14615"/>
    <p:sldId xmlns:r="http://schemas.openxmlformats.org/officeDocument/2006/relationships" id="260" r:id="Re830022bb1f04b79"/>
    <p:sldId xmlns:r="http://schemas.openxmlformats.org/officeDocument/2006/relationships" id="261" r:id="R7e505850fe0d4da2"/>
    <p:sldId xmlns:r="http://schemas.openxmlformats.org/officeDocument/2006/relationships" id="262" r:id="R13e763f42d17409e"/>
    <p:sldId xmlns:r="http://schemas.openxmlformats.org/officeDocument/2006/relationships" id="263" r:id="Rf290d51e54d442a1"/>
    <p:sldId xmlns:r="http://schemas.openxmlformats.org/officeDocument/2006/relationships" id="264" r:id="R06d4d462558d4d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0690329074423c" /><Relationship Type="http://schemas.openxmlformats.org/officeDocument/2006/relationships/slideMaster" Target="/ppt/slideMasters/slideMaster1.xml" Id="R7da93b930bc94858" /><Relationship Type="http://schemas.openxmlformats.org/officeDocument/2006/relationships/notesMaster" Target="/ppt/notesMasters/notesMaster1.xml" Id="R4c6636549b7d49f1" /><Relationship Type="http://schemas.openxmlformats.org/officeDocument/2006/relationships/presProps" Target="/ppt/presProps.xml" Id="R72851748759c42a4" /><Relationship Type="http://schemas.openxmlformats.org/officeDocument/2006/relationships/tableStyles" Target="/ppt/tableStyles.xml" Id="R883a039fe3734069" /><Relationship Type="http://schemas.openxmlformats.org/officeDocument/2006/relationships/slide" Target="/ppt/slides/slide1.xml" Id="R4dd2831f0f494628" /><Relationship Type="http://schemas.openxmlformats.org/officeDocument/2006/relationships/slide" Target="/ppt/slides/slide2.xml" Id="Rc190694d8e9f4ff6" /><Relationship Type="http://schemas.openxmlformats.org/officeDocument/2006/relationships/slide" Target="/ppt/slides/slide3.xml" Id="Raf8a27d36c204b7e" /><Relationship Type="http://schemas.openxmlformats.org/officeDocument/2006/relationships/slide" Target="/ppt/slides/slide4.xml" Id="R1ac31a7ec0a14615" /><Relationship Type="http://schemas.openxmlformats.org/officeDocument/2006/relationships/slide" Target="/ppt/slides/slide5.xml" Id="Re830022bb1f04b79" /><Relationship Type="http://schemas.openxmlformats.org/officeDocument/2006/relationships/slide" Target="/ppt/slides/slide6.xml" Id="R7e505850fe0d4da2" /><Relationship Type="http://schemas.openxmlformats.org/officeDocument/2006/relationships/slide" Target="/ppt/slides/slide7.xml" Id="R13e763f42d17409e" /><Relationship Type="http://schemas.openxmlformats.org/officeDocument/2006/relationships/slide" Target="/ppt/slides/slide8.xml" Id="Rf290d51e54d442a1" /><Relationship Type="http://schemas.openxmlformats.org/officeDocument/2006/relationships/slide" Target="/ppt/slides/slide9.xml" Id="R06d4d462558d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7599273a8d4e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4c83fec4ca4ab8" /><Relationship Type="http://schemas.openxmlformats.org/officeDocument/2006/relationships/notesMaster" Target="/ppt/notesMasters/notesMaster1.xml" Id="Refbb0dbb8def43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257601b28242c4" /><Relationship Type="http://schemas.openxmlformats.org/officeDocument/2006/relationships/notesMaster" Target="/ppt/notesMasters/notesMaster1.xml" Id="R8aabb837a63b45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17011fe5045fd" /><Relationship Type="http://schemas.openxmlformats.org/officeDocument/2006/relationships/notesMaster" Target="/ppt/notesMasters/notesMaster1.xml" Id="R0b4d66862b2e4d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a5ac19befd4a82" /><Relationship Type="http://schemas.openxmlformats.org/officeDocument/2006/relationships/notesMaster" Target="/ppt/notesMasters/notesMaster1.xml" Id="R98ab15ee454b4d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fbc3e0159f4646" /><Relationship Type="http://schemas.openxmlformats.org/officeDocument/2006/relationships/notesMaster" Target="/ppt/notesMasters/notesMaster1.xml" Id="Rcd7bbbc9cf4e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c372b9be8d4f7c" /><Relationship Type="http://schemas.openxmlformats.org/officeDocument/2006/relationships/notesMaster" Target="/ppt/notesMasters/notesMaster1.xml" Id="R27a23cb492bf4f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e9c94107447b9" /><Relationship Type="http://schemas.openxmlformats.org/officeDocument/2006/relationships/notesMaster" Target="/ppt/notesMasters/notesMaster1.xml" Id="Rbaf1f90c9a9e44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e062009604212" /><Relationship Type="http://schemas.openxmlformats.org/officeDocument/2006/relationships/notesMaster" Target="/ppt/notesMasters/notesMaster1.xml" Id="Rc5bbf3fc60e04c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f6c0a5c88b4696" /><Relationship Type="http://schemas.openxmlformats.org/officeDocument/2006/relationships/notesMaster" Target="/ppt/notesMasters/notesMaster1.xml" Id="R8c84a601f61c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9698864684d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6af43aecef4558" /><Relationship Type="http://schemas.openxmlformats.org/officeDocument/2006/relationships/slideLayout" Target="/ppt/slideLayouts/slideLayout1.xml" Id="R63a15bbbb4ba41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a15bbbb4ba41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808b01c554158" /><Relationship Type="http://schemas.openxmlformats.org/officeDocument/2006/relationships/notesSlide" Target="/ppt/notesSlides/notesSlide1.xml" Id="R69cc1b006ce742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df2bd5bdc4fcd" /><Relationship Type="http://schemas.openxmlformats.org/officeDocument/2006/relationships/notesSlide" Target="/ppt/notesSlides/notesSlide2.xml" Id="R38e368072b844a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925a83a0449ce" /><Relationship Type="http://schemas.openxmlformats.org/officeDocument/2006/relationships/notesSlide" Target="/ppt/notesSlides/notesSlide3.xml" Id="R97d8d54601224f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c0605747146ac" /><Relationship Type="http://schemas.openxmlformats.org/officeDocument/2006/relationships/notesSlide" Target="/ppt/notesSlides/notesSlide4.xml" Id="R150a44b2578043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f5a24d5a54a34" /><Relationship Type="http://schemas.openxmlformats.org/officeDocument/2006/relationships/notesSlide" Target="/ppt/notesSlides/notesSlide5.xml" Id="R0800893d5cc54e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091dfdf844683" /><Relationship Type="http://schemas.openxmlformats.org/officeDocument/2006/relationships/notesSlide" Target="/ppt/notesSlides/notesSlide6.xml" Id="R9c0470100daa42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e88904eff4aab" /><Relationship Type="http://schemas.openxmlformats.org/officeDocument/2006/relationships/notesSlide" Target="/ppt/notesSlides/notesSlide7.xml" Id="R36996c0c12f347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92ef5e5574948" /><Relationship Type="http://schemas.openxmlformats.org/officeDocument/2006/relationships/notesSlide" Target="/ppt/notesSlides/notesSlide8.xml" Id="Rb1cd7ce7013444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03bceef2f47ea" /><Relationship Type="http://schemas.openxmlformats.org/officeDocument/2006/relationships/image" Target="/ppt/media/image.jpeg" Id="R7cd9e5788c4e4b79" /><Relationship Type="http://schemas.openxmlformats.org/officeDocument/2006/relationships/notesSlide" Target="/ppt/notesSlides/notesSlide9.xml" Id="Re46f2a293dcf46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779A4-83B7-49D1-8B90-157916C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Aureon Evidence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9E0BD-7DDB-45F8-B06E-CE115626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Local-first AI workflow software for evidence-heavy business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84C40-01D4-4CD2-87C4-D228E062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93874-9408-44FA-B747-B2937EDA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Prepared for OpenOcean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F65B7-0613-4274-BB1A-A0E9301F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Gary Leckey | R&amp;A Consulting and Brokerage Services Ltd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028DD-FEE1-45CD-9522-28085EA3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0384A-FBB6-46C2-AD3D-D13FBDAE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71825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AI &amp; data infrastructure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C597D-9E99-4FC3-99BE-D62FD01E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73D5-9473-4522-BE3F-D5AAE1E5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67125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Automation software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F9D06-C156-4A0D-A3EE-142CD5FD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DA5DB-F04E-48CC-AF25-16ADCC4D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62425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B2B evidence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5718A-83FC-4C59-A4B6-CC850DCF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Deck status: staged for route-fit review, not yet externally submitted.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A6023-EC9C-42CC-A801-EA90C1FB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01</a:t>
            </a:r>
          </a:p>
        </p:txBody>
      </p:sp>
    </p:spTree>
    <p:extLst>
      <p:ext uri="{BB962C8B-B14F-4D97-AF65-F5344CB8AC3E}">
        <p14:creationId xmlns:p14="http://schemas.microsoft.com/office/powerpoint/2010/main" val="1560909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BCCFEA-D858-4611-8242-539666F8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FCCAB-9FE7-45B5-9DB0-01C5BA3D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workflow problem is proof, not only productivity.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27D4C-E02D-489D-B72B-4A2C85BD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8BA97-3FB3-4814-B9CE-5C06E42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315F7-6596-4302-BCD3-9E51D0DA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00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Small companies already have the material investors, funders and advisers need. The hard part is turning scattered source records into controlled external evidence without losing traceability.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08B8D-9E8E-4D60-9EBD-D575EE7A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17AC9-0535-4031-B093-89AEE2C1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6217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Source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EC507-CA17-49CB-B189-110DF3CD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Emails, screenshots, PDFs, portals, code and files sit in different places.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76163-8ED0-4176-9B08-69B4448A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AB5B1-F318-41BE-9E72-9F8ECFC6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7182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Review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29144-9DA5-47F1-B3B0-61C2C6DD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099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Claims need source checks before they leave the company.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F90B9-8D82-4D05-8AF3-356F54E2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0607B-E8FA-4137-A335-403327EF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8147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Receipts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455D3-7E66-4C2F-8349-BC7CCC5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196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Every external handoff should preserve what was sent and why.</a:t>
            </a:r>
          </a:p>
        </p:txBody>
      </p:sp>
    </p:spTree>
    <p:extLst>
      <p:ext uri="{BB962C8B-B14F-4D97-AF65-F5344CB8AC3E}">
        <p14:creationId xmlns:p14="http://schemas.microsoft.com/office/powerpoint/2010/main" val="1166047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43051F-FCB0-47ED-A250-021C9498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62270-9E60-48A0-B4B9-483C5651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Aureon turns scattered work into an auditable operator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4AFBF-038A-4D51-9AF7-20EADD46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7BAAA-DEDF-4DB7-8529-4364CB7A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71D89-6C97-4D98-B20F-4E01326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C719D-9F78-4BB5-BECD-94B7E67F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78D74-F4CE-4799-A596-7DAFE13E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Gather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82909-C5C1-4681-A1FA-CF72F9B3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Index source material from local folders, portals, screenshots and prepared packs.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62C2A-4BB5-4CC7-A135-F95A8458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A9AE0-5816-428D-BA03-1FE4D61C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C0F95-6564-4C45-A9E6-433F7E1A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9DCA9-A208-472B-87C1-446F212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242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Classify what is usable, gated or unsafe before external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437DE-311B-4F44-9EA9-7C8A80FF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654C8-B711-431B-99A7-E66F2976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6C03E-8487-4359-805C-6E81222B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358BF-FEA4-44AB-BAC2-4D37082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Generate funder, compliance, accounting or investor-ready material.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1FFF3-5E04-442B-A40A-75CA579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54EA3-895B-4694-8206-2BA44B0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F45AF-DD30-47A7-A392-6DD6CD57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81847-DBF4-4F1E-A8A0-F28CEB6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Preserve receipts, screenshots, hashes and ledger updates.</a:t>
            </a:r>
          </a:p>
        </p:txBody>
      </p:sp>
    </p:spTree>
    <p:extLst>
      <p:ext uri="{BB962C8B-B14F-4D97-AF65-F5344CB8AC3E}">
        <p14:creationId xmlns:p14="http://schemas.microsoft.com/office/powerpoint/2010/main" val="1406394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F40FB-FF3E-4AF6-B175-0A97FEE7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92DBC-9C75-4023-9FD2-6D4F47B9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first wedge is grant and diligence evidence for SMEs.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1A9F5-0B8A-4629-BDC8-DA764E2E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05EC0-E313-4D3F-BC38-CFE6B7B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51888-CE42-41E0-A753-9ECEC0C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90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The initial buyer pain is practical: prepare controlled evidence packs faster, keep claims source-grounded, and avoid sending unsupported material to funders, advisers, accountants or investors.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ED664-2298-4296-867F-952642B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383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9027-AD60-4623-A567-2E5A8235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05025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Grant application packs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F52C9-8196-4B47-8761-C4317A93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479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01099-3508-4AE2-93AC-D05E7237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14625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Compliance and accounting support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270B7-AFD6-49F5-8508-33BE17D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575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915E1-1002-474E-8EE8-4D4A0855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24225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Partner diligence material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9F889-1B41-4654-B8C1-581097C2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67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A6DB1-DA39-4172-AAC6-040A2020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33825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Investor route-fit and data-room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E25C9-B38B-4DF2-B259-9603BF7A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Positioning: workflow evidence infrastructure, not a generic AI wrapper.</a:t>
            </a:r>
          </a:p>
        </p:txBody>
      </p:sp>
    </p:spTree>
    <p:extLst>
      <p:ext uri="{BB962C8B-B14F-4D97-AF65-F5344CB8AC3E}">
        <p14:creationId xmlns:p14="http://schemas.microsoft.com/office/powerpoint/2010/main" val="1409875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62BB89-8A9D-4118-937F-4D1BA42C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Proof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D0DAE-7D08-42F7-9D3F-51684DD8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operating evidence is already visible in the current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9A8A0-997F-4CDE-A4D8-5F53A172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11920-CC8C-4746-B9FC-41EE4FCA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D16D1-061D-4630-B5F1-4982EF52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6B35"/>
                </a:solidFill>
              </a:defRPr>
            </a:pPr>
            <a:r>
              <a:rPr sz="4650" b="1">
                <a:solidFill>
                  <a:srgbClr val="FF6B35"/>
                </a:solidFill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A23FA-ED60-4F99-BBD9-5E3DEB2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funding opportunities indexed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B40E9-BEF3-41C6-9981-1EDC4952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526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147F4-E542-43DF-ACDA-578695BA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90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application and investor records tracked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935FE-8398-4DF1-ADC4-EE72CE97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4210A-6F29-4C6E-BDE5-9E23388E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IFS routes reconciled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2EA28-B9E2-4E0F-B242-FCD59948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526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2CD29-8883-4AA2-847C-AE2BE3BB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screenshot receipts indexed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2789C-96FA-4A02-BC1E-932DCA18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374B5-D2D1-4A99-A19E-C8B31E8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These are operator receipts and ledger counts from the Aureon grant/investor workspace. They show execution discipline and evidence control; they are not revenue, customer or funding claims.</a:t>
            </a:r>
          </a:p>
        </p:txBody>
      </p:sp>
    </p:spTree>
    <p:extLst>
      <p:ext uri="{BB962C8B-B14F-4D97-AF65-F5344CB8AC3E}">
        <p14:creationId xmlns:p14="http://schemas.microsoft.com/office/powerpoint/2010/main" val="937085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093988-1C18-4EE7-81EE-5082581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Data/workflow moat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9C25A-2137-474E-A406-1C575761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defensible layer is evidence metadata around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E6299-4A45-4D5A-A1AC-16F92626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FAD5B-335C-41A1-B81B-4F415F0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13202-D488-4611-A1F6-B3837FC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Each run records what was used, excluded, reviewed, changed, blocked and sent. Over time, that creates a structured workflow graph around real business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33FD0-8948-42B4-BEEE-0B29DB4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B66BE-20D7-4A75-A28D-54DA36BD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source files, emails, screenshots, portal readbacks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45E40-4EDB-4B86-AD5E-C65BE274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4319D-0B37-4353-9D2D-A7835ABB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FEE27-054A-42CB-BEF8-77FBC25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eligibility gates, language checks, unsafe-claim blocking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69C94-CD54-4C59-94D1-9DD5785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F5B37-2D03-4C4F-98F0-FE7CF9AD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E9643-CA83-476D-880C-A145E80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application packs, receipts, ledgers, submission manifests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32BB0-F05D-4947-A8D2-7B0FF38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767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9F83B-6FEB-456D-8477-A849C774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05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BED4D-F37E-4725-B9CB-638048B2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route history, evidence gaps, reusable source mappings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0805C-1FB1-4DD1-B847-C1AFD645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4715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5B233-55AA-4F06-AA82-41622398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Commercial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EC457-F9F8-432C-ADF3-F6DE5DC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route to market starts with service-led proof, then software repeatability.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7A67A-2DBF-43C6-AD80-DF4B0319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EEDC2-E1E8-44A8-BD0B-A4E1AF5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CA2B3-AD48-4CA4-B9DC-2375EF9E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4648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809C4-FFAF-4919-9C09-22217467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D632F-DD27-4B2C-A5DE-ABDDF4A1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Operator-led evidence packs for grant, diligence and compliance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D0A4F-D886-4F57-B6A3-67DA33F8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4648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634F0-F8DE-46B3-9705-AF467D78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8A8D1-AD8B-47AB-9C57-9B164A22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Repeatable templates, review gates and receipt ledgers for adviser-led SMEs.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68FC7-18F9-4D10-ADC2-A1BA629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648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A6106-CC91-4178-82F9-064AE60C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9575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9FFB9-4267-429A-A14E-62680938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Self-serve workspace with human approval gates and integrations.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25FA9-C78B-4951-9BAE-49CB4AF6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OpenOcean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B1F7B-9060-414C-B777-137DD3F8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The thesis sits where B2B automation, data infrastructure and AI-native software overlap. The near-term test is whether the wedge is sharp enough to earn design-partner or pre-seed interest.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C1327-3599-4D21-B547-29D6C19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5D1A0-BB52-4463-B9AE-09D78645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291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B2B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7F3D7-53FA-4D14-9741-3E005E3E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62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3808B-92C6-4103-89DC-3EB29F68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291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Data economy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B9DA7-6EAB-453F-8E4D-D1B63F03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EAD33-5CEA-4B31-B6B6-61E3E89D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434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Automation</a:t>
            </a:r>
          </a:p>
        </p:txBody>
      </p:sp>
    </p:spTree>
    <p:extLst>
      <p:ext uri="{BB962C8B-B14F-4D97-AF65-F5344CB8AC3E}">
        <p14:creationId xmlns:p14="http://schemas.microsoft.com/office/powerpoint/2010/main" val="535036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BE1F73-A1F3-4DEA-9973-FC9CCF7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0FEF7-C5F4-4E27-9C03-DD37290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ask is a route-fit conversation before a full raise package.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9EA61-A021-47EC-AAE8-07B25F70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48972-5B00-4B2E-B45F-DCBDB218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3D466-7042-4AF5-868C-3C1F00A9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What we are asking OpenOcean for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4A029-C406-4AD0-87A0-A0C3373B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A short fit call or clear team pointer on whether this evidence-workflow wedge belongs in OpenOcean's AI/data infrastructure and automation software mandate.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56486-1D9F-4BCB-99CE-37A1ABC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Funding 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568A6-4E67-48A7-A525-FAE069F5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28900"/>
            <a:ext cx="400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Pre-seed / early seed exploration. The exact round size, instrument and investor data-room fields should be confirmed before external submission.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216F2-DD6D-4387-AD0B-B3DAE364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16AA1-4010-481C-8A52-D0A46265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Prepared controls: no private finance, raw tax, payroll, password, token or bank data is included in this deck.</a:t>
            </a:r>
          </a:p>
        </p:txBody>
      </p:sp>
    </p:spTree>
    <p:extLst>
      <p:ext uri="{BB962C8B-B14F-4D97-AF65-F5344CB8AC3E}">
        <p14:creationId xmlns:p14="http://schemas.microsoft.com/office/powerpoint/2010/main" val="1642817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EAE67-2273-48C3-9F21-8A0FC7EC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Route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4BCDE-235B-49B9-908B-66568D1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OpenOcean asked for the deck route, so the next step is controlled submission.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2AB65-1F47-419C-AE9C-A994A317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4F10D-AE21-4692-839B-A4D614E1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Aureon Evidence OS | OpenOcean pitch route |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35190-C4C7-4864-A4FF-6F216761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Incoming reply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6B842-D5F4-4171-A8C8-1479BA70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4819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OpenOcean replied asking Gary to submit the pitch deck on their website with a few key data points. The official contact page points pitch submissions to info@openocean.vc.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24312-AF7E-48A9-92EA-C371992A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Recommended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00AD3-61B2-4561-A882-8D4C2BF2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Send this deck and the key-data sheet only after confirming the funding ask and whether the website route requires extra fields beyond email.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9e5788c4e4b79"/>
          <a:stretch xmlns:a="http://schemas.openxmlformats.org/drawingml/2006/main"/>
        </p:blipFill>
        <p:spPr>
          <a:xfrm xmlns:a="http://schemas.openxmlformats.org/drawingml/2006/main">
            <a:off x="7562329" y="2038350"/>
            <a:ext cx="1620292" cy="3638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177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2026-07-12T06:16:23.2510000Z</dcterms:created>
  <dcterms:modified xsi:type="dcterms:W3CDTF">2026-07-12T06:16:23.2510000Z</dcterms:modified>
</coreProperties>
</file>